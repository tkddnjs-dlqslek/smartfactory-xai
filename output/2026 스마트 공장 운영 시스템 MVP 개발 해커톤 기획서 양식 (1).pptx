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33"/>
    <p:restoredTop sz="94648"/>
  </p:normalViewPr>
  <p:slideViewPr>
    <p:cSldViewPr snapToGrid="0">
      <p:cViewPr varScale="1">
        <p:scale>
          <a:sx n="78" d="100"/>
          <a:sy n="78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227</Words>
  <Application>Microsoft Office PowerPoint</Application>
  <PresentationFormat>와이드스크린</PresentationFormat>
  <Paragraphs>25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Pretendard_KR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김상원</cp:lastModifiedBy>
  <cp:revision>84</cp:revision>
  <dcterms:created xsi:type="dcterms:W3CDTF">2024-05-21T00:00:56Z</dcterms:created>
  <dcterms:modified xsi:type="dcterms:W3CDTF">2026-05-12T04:23:08Z</dcterms:modified>
</cp:coreProperties>
</file>